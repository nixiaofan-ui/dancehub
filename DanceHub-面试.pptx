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73736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DanceHub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F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舞蹈课表聚合小程序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让「找课 · 比课 · 约课」不再费劲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个人全栈项目 · 微信小程序 + 后端服务 + 运营管理后台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我做了什么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舞蹈课程信息散落在几十个舞室各自的小程序里，找课、比课、约课都费劲。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2525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独立全栈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微信小程序、后端服务与数据库、运营管理后台，三块一手完成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2525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194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多轮迭代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3108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 家舞室做到几十家，逐步加入检索、关注、开课提醒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2525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94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海外部署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21040" y="3108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数据源扩展到上海、东京、首尔，完成部署上线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用户旅程：从打开到约课成功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2288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5440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打开小程序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5440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自动登录·选城市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81632" y="2779776"/>
            <a:ext cx="274320" cy="292608"/>
          </a:xfrm>
          <a:prstGeom prst="rightArrow">
            <a:avLst/>
          </a:prstGeom>
          <a:solidFill>
            <a:srgbClr val="00F5D4"/>
          </a:solidFill>
          <a:ln/>
        </p:spPr>
      </p:sp>
      <p:sp>
        <p:nvSpPr>
          <p:cNvPr id="7" name="Shape 5"/>
          <p:cNvSpPr/>
          <p:nvPr/>
        </p:nvSpPr>
        <p:spPr>
          <a:xfrm>
            <a:off x="2410816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3968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发现舞室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83968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· A-Z 索引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0160" y="2779776"/>
            <a:ext cx="274320" cy="292608"/>
          </a:xfrm>
          <a:prstGeom prst="rightArrow">
            <a:avLst/>
          </a:prstGeom>
          <a:solidFill>
            <a:srgbClr val="00F5D4"/>
          </a:solidFill>
          <a:ln/>
        </p:spPr>
      </p:sp>
      <p:sp>
        <p:nvSpPr>
          <p:cNvPr id="11" name="Shape 9"/>
          <p:cNvSpPr/>
          <p:nvPr/>
        </p:nvSpPr>
        <p:spPr>
          <a:xfrm>
            <a:off x="4349344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2496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关注·周课表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22496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 7 天课程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58688" y="2779776"/>
            <a:ext cx="274320" cy="292608"/>
          </a:xfrm>
          <a:prstGeom prst="rightArrow">
            <a:avLst/>
          </a:prstGeom>
          <a:solidFill>
            <a:srgbClr val="00F5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7872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1024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课程详情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1024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教练·难度·余位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97216" y="2779776"/>
            <a:ext cx="274320" cy="292608"/>
          </a:xfrm>
          <a:prstGeom prst="rightArrow">
            <a:avLst/>
          </a:prstGeom>
          <a:solidFill>
            <a:srgbClr val="00F5D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6400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9552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一键约课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9552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跳官方小程序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35744" y="2779776"/>
            <a:ext cx="274320" cy="292608"/>
          </a:xfrm>
          <a:prstGeom prst="rightArrow">
            <a:avLst/>
          </a:prstGeom>
          <a:solidFill>
            <a:srgbClr val="00F5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4928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52542"/>
          </a:solidFill>
          <a:ln w="15875">
            <a:solidFill>
              <a:srgbClr val="00F5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38080" y="24231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确认成功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38080" y="30175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 → 已约好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数据从哪来：抓取(iWOD / 菲体云 / 海外官网) → MySQL → API；前端缓存 + Redis 缓存加速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每一步对应后端接口：登录 → /studios /follows → /schedules → /schedules/:id → /bookings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pic>
        <p:nvPicPr>
          <p:cNvPr id="3" name="Image 0" descr="/Users/nnnnnnxf/Desktop/dancehub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088" y="868680"/>
            <a:ext cx="682752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三方协作：小程序(展示/约课) · 后端(API/抓取/缓存) · 管理后台(运营纠偏)；数据源为 iWOD 等外部平台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我的收获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23774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一开始我想当然认为用户会主动搜索找课，但真实使用数据却显示——大多数人只是打开看看「今天有什么课」。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F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于是我把它改成了首页优先展示「今日课表」。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用真实用户行为验证假设，而不是凭想象做功能。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2026-09-23T11:21:06Z</dcterms:created>
  <dcterms:modified xsi:type="dcterms:W3CDTF">2026-09-23T11:21:06Z</dcterms:modified>
</cp:coreProperties>
</file>